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C8C8C8"/>
                </a:solidFill>
              </a:defRPr>
            </a:pPr>
            <a:r>
              <a:t>ZOPPLER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Traffic Radar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Advanced Detection &amp; Classification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ZOPPLER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Platform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</a:defRPr>
            </a:pPr>
            <a:r>
              <a:t>• Radar Detection Simulation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Physics-based signal modeling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Realistic point cloud generation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Configurable noise parameters</a:t>
            </a:r>
          </a:p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</a:defRPr>
            </a:pPr>
            <a:r>
              <a:t>• Intelligent Clustering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DBSCAN density-based algorithm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Automatic object separation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Noise filtering</a:t>
            </a:r>
          </a:p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</a:defRPr>
            </a:pPr>
            <a:r>
              <a:t>• Multi-Object Tracking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Real-time track management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Motion prediction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Data association</a:t>
            </a:r>
          </a:p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</a:defRPr>
            </a:pPr>
            <a:r>
              <a:t>• Classification Engine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Rule-based classification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Probabilistic (Naive Bayes) models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Multi-class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646464"/>
                </a:solidFill>
              </a:defRPr>
            </a:pPr>
            <a:r>
              <a:t>ZOPPLER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08960"/>
            <a:ext cx="39620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Core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ZOPPLER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567" y="146304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Real-Time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1031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High-performance algorithms optimized for real-time radar data processing and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146304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Multi-Target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21031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Simultaneous tracking and classification of multiple traffic participants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407" y="146304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3287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Flexible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3287" y="21031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Support for UDP, Excel, and CSV output formats for system integration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567" y="356616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447" y="3749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3D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" y="4206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OpenGL-based visualization for scenario monitoring and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8487" y="356616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3749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Configurable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206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Adjustable parameters for different radar configurations and scenarios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90407" y="356616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3287" y="3749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Validated Algorithms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3287" y="4206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Industry-standard algorithms with proven accuracy and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ZOPPLER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Processing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-30632" y="2286000"/>
            <a:ext cx="201168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30632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0632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Detection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26767" y="2651760"/>
            <a:ext cx="4572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-30632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Raw radar data acquisition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9687" y="2286000"/>
            <a:ext cx="20116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968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9687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Clustering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87087" y="2651760"/>
            <a:ext cx="4572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968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DBSCAN object grouping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0007" y="2286000"/>
            <a:ext cx="201168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000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0007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Tracking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47407" y="2651760"/>
            <a:ext cx="4572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000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Multi-object track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50327" y="2286000"/>
            <a:ext cx="20116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032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327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Classification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707727" y="2651760"/>
            <a:ext cx="4572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032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Object type identification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10647" y="2286000"/>
            <a:ext cx="201168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064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0647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064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Data export &amp;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646464"/>
                </a:solidFill>
              </a:defRPr>
            </a:pPr>
            <a:r>
              <a:t>ZOPPLER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08960"/>
            <a:ext cx="39620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Traffic Participants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ZOPPLER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Supported Object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</a:defRPr>
            </a:pPr>
            <a:r>
              <a:t>• Vehicles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Passenger cars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Trucks and heavy vehicles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Motorcycles and scooters</a:t>
            </a:r>
          </a:p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</a:defRPr>
            </a:pPr>
            <a:r>
              <a:t>• Vulnerable Road Users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Pedestrians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Cyclists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E-scooters</a:t>
            </a:r>
          </a:p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</a:defRPr>
            </a:pPr>
            <a:r>
              <a:t>• Environmental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Static clutter filtering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Dynamic interference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646464"/>
                </a:solidFill>
              </a:defRPr>
            </a:pPr>
            <a:r>
              <a:t>ZOPPLER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08960"/>
            <a:ext cx="39620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ZOPPLER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Industry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567" y="146304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ADAS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1031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Validation and testing of Advanced Driver Assistance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146304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Autonomous Vehicles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21031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Sensor simulation for self-driving vehicle 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407" y="146304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3287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Traffic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3287" y="21031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Infrastructure-based traffic flow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567" y="356616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447" y="3749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Safety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" y="4206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Collision warning and pedestrian detection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8487" y="356616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3749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Research &amp; Academia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206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Algorithm development and benchmarking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90407" y="356616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3287" y="3749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Regulatory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3287" y="4206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Testing against safety standards and regulations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646464"/>
                </a:solidFill>
              </a:defRPr>
            </a:pPr>
            <a:r>
              <a:t>ZOPPLER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08960"/>
            <a:ext cx="39620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Benefits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ZOPPLER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Choose ZOPPLER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</a:defRPr>
            </a:pPr>
            <a:r>
              <a:t>• Accuracy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Physics-based simulation models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Validated against real-world data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Comprehensive noise modeling</a:t>
            </a:r>
          </a:p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</a:defRPr>
            </a:pPr>
            <a:r>
              <a:t>• Flexibility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Configurable radar parameters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Multiple output formats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Extensible architecture</a:t>
            </a:r>
          </a:p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</a:defRPr>
            </a:pPr>
            <a:r>
              <a:t>• Performance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Real-time processing capability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Efficient algorithms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Scalable design</a:t>
            </a:r>
          </a:p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</a:defRPr>
            </a:pPr>
            <a:r>
              <a:t>• Integration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Standard data interfaces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API support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   – Easy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ZOPPLER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834640"/>
            <a:ext cx="3962095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www.zopplersystems.com | contact@zopplersystems.com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